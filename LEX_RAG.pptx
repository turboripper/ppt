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Authority-Aware and Evidence-Verified Retrieval-Augmented Generation for Reliable Legal Research over Indian Judicial Judgments</a:t>
            </a: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Legal research takes a lot of time because court judgments are long.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RAG helps users quickly find relevant information from judgments.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Normal RAG may sometimes generate incorrect or unsupported answers.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LEX-RAG improves reliability by retrieving and verifying legal evidence.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AI-based legal research assistant for Indian court judgments.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BM25 and Dense Retrieval to find relevant legal information.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Apply Authority-Aware Ranking to prioritize reliable legal evidence.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Claim-Level Evidence Verification framework using NLI.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Recall, Grounding Score and Supported Claim Rate.</a:t>
            </a:r>
            <a:endParaRPr lang="en-IN"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6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Focus on Indian judicial judgments for legal research.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Support question-based retrieval of relevant legal evidence.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Use authority-aware ranking to improve evidence quality.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Verify generated answers using claim-level NLI checking.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Evaluate retrieval accuracy, grounding and reliability of LEX-RAG.</a:t>
            </a: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1597679249"/>
              </p:ext>
            </p:extLst>
          </p:nvPr>
        </p:nvGraphicFramePr>
        <p:xfrm>
          <a:off x="408037" y="1149045"/>
          <a:ext cx="11016600" cy="553137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LegalBench</a:t>
                      </a: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-RAG: A Benchmark for Retrieval-Augmented Generation in the Legal Domain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Nicholas Pipitone, Ghita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Houir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Alami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Evaluates legal RAG retrieval and emphasizes retrieving precise, relevant legal evidence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Hallucination-Free? Assessing the Reliability of Leading AI Legal Research Tools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Varun Magesh, Faiz Surani, Matthew Dahl, Mirac </a:t>
                      </a: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Suzgun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Christopher D. Manning, Daniel E. Ho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</a:t>
                      </a: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preprint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that even RAG-based legal AI can hallucinate, supporting the need for your evidence verification approach.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AILQA: Evaluating AI-driven Legal Question Answering Systems for the Indian Legal System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authors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 and Law – Springer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Directly relevant to Indian legal QA and evaluates RAG, embeddings and LLMs for Indian legal information.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5996" y="986412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Existing studies show RAG improves legal information retrieval from large documents.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dirty="0">
                <a:latin typeface="Calibri"/>
                <a:ea typeface="Calibri"/>
                <a:cs typeface="Calibri"/>
                <a:sym typeface="Calibri"/>
              </a:rPr>
              <a:t>Research shows that legal AI can still generate hallucinated or unsupported answers.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Recent work applies RAG and LLMs to Indian legal question answering.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Existing systems have limited focus on combining legal authority with evidence verification.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Font typeface="Calibri"/>
              <a:buChar char="●"/>
            </a:pPr>
            <a:r>
              <a:rPr lang="en-GB" sz="2600" b="0" dirty="0">
                <a:latin typeface="Calibri"/>
                <a:ea typeface="Calibri"/>
                <a:cs typeface="Calibri"/>
                <a:sym typeface="Calibri"/>
              </a:rPr>
              <a:t>LEX-RAG addresses this gap using Authority-Aware Ranking + Claim-Level NLI Verification.</a:t>
            </a:r>
            <a:endParaRPr sz="26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55996" y="1149045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Open India Law – Hugging Face.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Data: Indian court judgments.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Retrieval: BM25 + Dense Retrieval.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Ranking: RRF + Authority-Aware Ranking.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Verification: Claim-level NLI checking.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Dataset Module – Loads Indian court judgments.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Retrieval Module – BM25 + Dense Retrieval.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Ranking Module – RRF + Cross-Encoder ranking.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Authority Module – Ranks reliable legal evidence.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Generation Module – Generates legal answers using LLM.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● Verification Module – Verifies claims using NLI.</a:t>
            </a:r>
            <a:endParaRPr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Faster legal research from Indian judgments.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Accurate retrieval of relevant legal evidence.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Reliable answers with authority-aware ranking.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Reduced hallucinations through claim verification.</a:t>
            </a:r>
          </a:p>
          <a:p>
            <a:pPr marL="50800" lvl="0" indent="0">
              <a:lnSpc>
                <a:spcPct val="150000"/>
              </a:lnSpc>
              <a:buNone/>
            </a:pPr>
            <a:r>
              <a:rPr lang="en-GB" b="0" dirty="0">
                <a:latin typeface="Calibri"/>
                <a:ea typeface="Calibri"/>
                <a:cs typeface="Calibri"/>
                <a:sym typeface="Calibri"/>
              </a:rPr>
              <a:t>● Improved grounding of AI-generated legal answers.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Tharuneesh G K</dc:creator>
  <cp:lastModifiedBy>Tharuneesh G K</cp:lastModifiedBy>
  <cp:revision>1</cp:revision>
  <dcterms:modified xsi:type="dcterms:W3CDTF">2026-09-10T14:57:27Z</dcterms:modified>
</cp:coreProperties>
</file>