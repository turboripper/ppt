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AI: Agentic AI-Based Credit Risk Assessment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36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GB"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T9969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THARUNEESH 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K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(251011017)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 risk assessment helps banks identify whether a customer may repay a loan properly or become risky.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methods may depend on fixed rules, so this project uses Machine Learning to improve risk prediction.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compares Logistic Regression, Random Forest, and Gradient Boosting to select the best-performing model. 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LangGraph</a:t>
            </a:r>
            <a:r>
              <a:rPr lang="en-IN" sz="2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Agentic AI is used to coordinate different agents for validation, prediction, cost analysis, explanation, and final human-review recommendation.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081627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an Agentic AI-based Credit Risk Assessment System.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for credit risk prediction.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Use Cross-Validation and Hyperparameter Tuning to select the best-performing model.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Develop a </a:t>
            </a:r>
            <a:r>
              <a:rPr lang="en-IN" sz="2200" b="0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multi-agent framework for validation, risk prediction, cost analysis, explanation and decision support.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 b="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200" b="0" dirty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34468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Focus on credit risk assessment using the German Credit dataset.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Support customer-wise Good Credit and Bad Credit risk prediction.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Compare Logistic Regression, Random Forest and Gradient Boosting to select the best model.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Use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multi-agent workflow for validation, prediction, cost analysis, explanation and decision support.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Clr>
                <a:srgbClr val="5583D1"/>
              </a:buClr>
              <a:buSzPts val="2400"/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Evaluate the system using Accuracy, Precision, Recall, F1-Score and Cost-Sensitive Evaluation.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>
            <p:extLst>
              <p:ext uri="{D42A27DB-BD31-4B8C-83A1-F6EECF244321}">
                <p14:modId xmlns:p14="http://schemas.microsoft.com/office/powerpoint/2010/main" val="3874421932"/>
              </p:ext>
            </p:extLst>
          </p:nvPr>
        </p:nvGraphicFramePr>
        <p:xfrm>
          <a:off x="408037" y="1149045"/>
          <a:ext cx="11016600" cy="448260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Machine Learning Models for Credit Scoring for Risk Forecasting in Big Financial Datasets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(IC3ECSBHI)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+ XAI credit scoring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Artificial Intelligence for Loan Approval and Credit Risk Assessment: A Comprehensive Review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2026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ICPCSN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Explainable credit risk assessment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Demystifying Black-Box Credit Scoring Models Through Glass-Box Interpretability: A Random Forest and XAI Framework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IEEE Xplore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5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ICCIST</a:t>
                      </a:r>
                      <a:endParaRPr sz="15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GB" sz="1300" b="1" u="none" strike="noStrike" cap="none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+ German Credit + XAI</a:t>
                      </a:r>
                      <a:endParaRPr sz="1600" b="1" u="none" strike="noStrike" cap="none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5996" y="986412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studies show Machine Learning can effectively predict credit risk using customer financial data.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Studies commonly compare Logistic Regression, Random Forest and boosting models for credit classification.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Recent research uses Explainable AI (XAI) to make credit-risk predictions more understandable.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Existing approaches have limited integration of cost-sensitive prediction and multi-agent decision support.</a:t>
            </a:r>
          </a:p>
          <a:p>
            <a:pPr marL="5080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●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CreditAgent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 AI addresses this gap using model comparison, threshold optimization and </a:t>
            </a:r>
            <a:r>
              <a:rPr lang="en-GB" sz="22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GB" sz="2200" b="0" dirty="0">
                <a:latin typeface="Calibri"/>
                <a:ea typeface="Calibri"/>
                <a:cs typeface="Calibri"/>
                <a:sym typeface="Calibri"/>
              </a:rPr>
              <a:t>-based Agentic AI.</a:t>
            </a:r>
            <a:endParaRPr sz="2200" b="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55996" y="1149045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Dataset: German Credit Dataset – UCI.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Data: 1,000 customer credit records.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Models: Logistic Regression + Random Forest + Gradient Boosting.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Optimization: 5-Fold Cross-Validation + Hyperparameter Tuning + Threshold Optimization.</a:t>
            </a:r>
          </a:p>
          <a:p>
            <a:pPr marL="50800" lvl="0" indent="0" algn="just">
              <a:spcBef>
                <a:spcPts val="0"/>
              </a:spcBef>
              <a:buNone/>
            </a:pPr>
            <a:endParaRPr lang="en-IN" sz="2600" b="0" dirty="0">
              <a:latin typeface="Calibri"/>
              <a:ea typeface="Calibri"/>
              <a:cs typeface="Calibri"/>
              <a:sym typeface="Calibri"/>
            </a:endParaRPr>
          </a:p>
          <a:p>
            <a:pPr marL="50800" lvl="0" indent="0" algn="just">
              <a:spcBef>
                <a:spcPts val="0"/>
              </a:spcBef>
              <a:buNone/>
            </a:pP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● Agentic AI: </a:t>
            </a:r>
            <a:r>
              <a:rPr lang="en-IN" sz="2600" b="0" dirty="0" err="1">
                <a:latin typeface="Calibri"/>
                <a:ea typeface="Calibri"/>
                <a:cs typeface="Calibri"/>
                <a:sym typeface="Calibri"/>
              </a:rPr>
              <a:t>LangGraph</a:t>
            </a:r>
            <a:r>
              <a:rPr lang="en-IN" sz="2600" b="0" dirty="0">
                <a:latin typeface="Calibri"/>
                <a:ea typeface="Calibri"/>
                <a:cs typeface="Calibri"/>
                <a:sym typeface="Calibri"/>
              </a:rPr>
              <a:t>-based 6-Agent Workflow.</a:t>
            </a:r>
            <a:endParaRPr sz="2600" b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Dataset Module – </a:t>
            </a:r>
            <a:r>
              <a:rPr lang="en-IN" sz="2200" b="0" dirty="0"/>
              <a:t>Loads and prepares the German Credit dataset.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Preprocessing Module – </a:t>
            </a:r>
            <a:r>
              <a:rPr lang="en-IN" sz="2200" b="0" dirty="0"/>
              <a:t>Handles categorical and numerical credit features.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Model Module – </a:t>
            </a:r>
            <a:r>
              <a:rPr lang="en-IN" sz="2200" b="0" dirty="0"/>
              <a:t>Compares Logistic Regression, Random Forest and Gradient Boosting.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Optimization Module – </a:t>
            </a:r>
            <a:r>
              <a:rPr lang="en-IN" sz="2200" b="0" dirty="0"/>
              <a:t>Uses Cross-Validation, Hyperparameter Tuning and Threshold Optimization.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Agentic AI Module – </a:t>
            </a:r>
            <a:r>
              <a:rPr lang="en-IN" sz="2200" b="0" dirty="0"/>
              <a:t>Uses </a:t>
            </a:r>
            <a:r>
              <a:rPr lang="en-IN" sz="2200" b="0" dirty="0" err="1"/>
              <a:t>LangGraph</a:t>
            </a:r>
            <a:r>
              <a:rPr lang="en-IN" sz="2200" b="0" dirty="0"/>
              <a:t> to coordinate the six credit-risk agents.</a:t>
            </a:r>
          </a:p>
          <a:p>
            <a:pPr marL="5080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IN" sz="2200" dirty="0"/>
              <a:t>● Decision Module – </a:t>
            </a:r>
            <a:r>
              <a:rPr lang="en-IN" sz="2200" b="0" dirty="0"/>
              <a:t>Provides risk prediction, explanation, cost analysis and human-review recommendation.</a:t>
            </a:r>
            <a:endParaRPr sz="2200" b="0" dirty="0"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Achieve reliable credit risk prediction using customer financial data.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Identify the best-performing ML model through model comparison.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Improve performance using Cross-Validation and Threshold Optimization.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Generate Good Credit / Bad Credit risk predictions with explanations.</a:t>
            </a:r>
          </a:p>
          <a:p>
            <a:pPr marL="685800" lvl="1" indent="-76200">
              <a:lnSpc>
                <a:spcPct val="150000"/>
              </a:lnSpc>
              <a:buSzPts val="2400"/>
              <a:buNone/>
            </a:pPr>
            <a:r>
              <a:rPr lang="en-GB" sz="2600" dirty="0">
                <a:solidFill>
                  <a:srgbClr val="1C3898"/>
                </a:solidFill>
              </a:rPr>
              <a:t>● Provide </a:t>
            </a:r>
            <a:r>
              <a:rPr lang="en-GB" sz="2600" dirty="0" err="1">
                <a:solidFill>
                  <a:srgbClr val="1C3898"/>
                </a:solidFill>
              </a:rPr>
              <a:t>LangGraph</a:t>
            </a:r>
            <a:r>
              <a:rPr lang="en-GB" sz="2600" dirty="0">
                <a:solidFill>
                  <a:srgbClr val="1C3898"/>
                </a:solidFill>
              </a:rPr>
              <a:t>-based Agentic AI decision support for human credit review.</a:t>
            </a:r>
            <a:endParaRPr sz="2600" dirty="0"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719</Words>
  <Application>Microsoft Office PowerPoint</Application>
  <PresentationFormat>Widescreen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Tharuneesh G K</dc:creator>
  <cp:lastModifiedBy>Tharuneesh G K</cp:lastModifiedBy>
  <cp:revision>2</cp:revision>
  <dcterms:modified xsi:type="dcterms:W3CDTF">2026-09-10T16:46:39Z</dcterms:modified>
</cp:coreProperties>
</file>